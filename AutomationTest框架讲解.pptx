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团队培训 · APP UI 自动化测试框架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517904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AutomationTest 框架全解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487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4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调用机制 · 逐行注释 · 方法与功能全景（15 页详细版）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以登录用例为主线：元素、页面操作、用例三件套，谁调用谁、代码每行什么意思、最后怎么在手机上执行——全部说明白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49640" y="109728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6283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95944" y="1115568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用例层  </a:t>
            </a:r>
            <a:pPr indent="0" marL="0">
              <a:buNone/>
            </a:pPr>
            <a:r>
              <a:rPr lang="en-US" sz="950" dirty="0">
                <a:solidFill>
                  <a:srgbClr val="7B95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test_login.py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0" y="1645920"/>
            <a:ext cx="0" cy="402336"/>
          </a:xfrm>
          <a:prstGeom prst="line">
            <a:avLst/>
          </a:prstGeom>
          <a:noFill/>
          <a:ln w="20320">
            <a:solidFill>
              <a:srgbClr val="2E425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49640" y="2048256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6283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95944" y="2066544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页面操作层  </a:t>
            </a:r>
            <a:pPr indent="0" marL="0">
              <a:buNone/>
            </a:pPr>
            <a:r>
              <a:rPr lang="en-US" sz="950" dirty="0">
                <a:solidFill>
                  <a:srgbClr val="7B95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demoToolLoginPage.py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0" y="2596896"/>
            <a:ext cx="0" cy="402336"/>
          </a:xfrm>
          <a:prstGeom prst="line">
            <a:avLst/>
          </a:prstGeom>
          <a:noFill/>
          <a:ln w="20320">
            <a:solidFill>
              <a:srgbClr val="2E425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49640" y="2999232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6283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5944" y="3017520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元素库层  </a:t>
            </a:r>
            <a:pPr indent="0" marL="0">
              <a:buNone/>
            </a:pPr>
            <a:r>
              <a:rPr lang="en-US" sz="950" dirty="0">
                <a:solidFill>
                  <a:srgbClr val="7B95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kuaigeLoginElements.py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0" y="3547872"/>
            <a:ext cx="0" cy="402336"/>
          </a:xfrm>
          <a:prstGeom prst="line">
            <a:avLst/>
          </a:prstGeom>
          <a:noFill/>
          <a:ln w="20320">
            <a:solidFill>
              <a:srgbClr val="2E425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49640" y="3950208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695944" y="3977640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驱动层  </a:t>
            </a:r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appOperator · Appium · 手机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pytest  ·  Appium 3  ·  Selenium  ·  allure  ·  mitmproxy  ·  tess4j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先看结论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一张图说清：谁调用了谁（执行时方向永远不变）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7099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test_login.py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步骤剧本：写「第几步做什么」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28416" y="160020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099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页面操作层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demoToolLoginPage.py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动作封装：每个动作一个方法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60020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7099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元素库层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kuaigeLoginElements.py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定位名片：控件在哪、怎么等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70848" y="160020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17099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appOperator · Appium · 手机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真正执行：查找 / 点击 / 输入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90088" y="2286000"/>
            <a:ext cx="292608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423160" y="1133856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调用动作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page.click_xxx()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61304" y="2286000"/>
            <a:ext cx="292608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294376" y="1133856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使用名片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self._elements.xxx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32520" y="2286000"/>
            <a:ext cx="292608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165592" y="1133856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按名片找控件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appOperator.click()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调用链里【页面操作排在元素前面】——因为它先被用例调用，它再去使用元素库。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每一层的上层就是调用方、下层就是被调方：用例调用页面操作；页面操作使用元素库；元素库的定位信息由驱动层照着执行。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5687568" cy="1417320"/>
          </a:xfrm>
          <a:prstGeom prst="roundRect">
            <a:avLst>
              <a:gd name="adj" fmla="val 4516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33088"/>
            <a:ext cx="5349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调用顺序（执行时的铁律）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用例 → 页面操作 → 元素 → 驱动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框架跑起来永远这个方向、不可颠倒：pytest 只从用例进入，一层层往下调。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27648" y="4041648"/>
            <a:ext cx="5687568" cy="1417320"/>
          </a:xfrm>
          <a:prstGeom prst="roundRect">
            <a:avLst>
              <a:gd name="adj" fmla="val 4516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4133088"/>
            <a:ext cx="5349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录入顺序（定位器里的习惯）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元素 → 用例 → 操作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只是操作工具的先后：先抓元素名片，保存时同时写「用例调用行」和「页面方法」。不影响运行。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571500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0F1B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779008"/>
            <a:ext cx="10908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写代码的时候从元素开始（录入顺序），代码跑起来从用例开始（调用顺序）。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看懂代码的前提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代码里会出现的英文，全部翻译成中文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651760"/>
                <a:gridCol w="57881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英文写法</a:t>
                      </a:r>
                      <a:endParaRPr lang="en-US" sz="11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中文意思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在框架里的角色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class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类 / 分组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一个页面一个类，把相关的东西放在一起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def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定义一个方法（动作）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页面里的每个动作就是一个 def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self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我自己（当前对象）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方法里用自己身上挂的东西，如 self.appOperator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__init__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初始化（创建时自动执行）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对象被创建时先跑这里，把工具和元素挂上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import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引入别的文件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页面操作引入元素库，用例引入页面操作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appOperator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驱动操作器（框架的手）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真正去点、去滑、去输入的都是它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CreateElement.create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制作一张元素名片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元素库的每一行就是做一张名片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Locator_Type.ID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用控件 id 找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最稳定的定位方式（首选）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Wait_By.VISIBILITY_OF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等它显示出来再操作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显式等待，最多等 30 秒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setup_class / teardown_class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开场 / 收场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pytest 自动执行：开场建会话，收场清数据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assert / assert_true_with_shot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断言：检查结果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不对就判失败；带 shot 的会截图进报告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文件对照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三件套 + 驱动：各自是什么，被谁调用，调用谁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2926080"/>
                <a:gridCol w="1828800"/>
                <a:gridCol w="17647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层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文件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它是什么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谁调用它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它调用谁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用例层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cases/.../test_login.py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步骤剧本（第几步做什么）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pytest 测试执行器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页面操作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页面操作层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pages/demoToolLoginPage.py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动作封装（每个动作一个方法）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用例层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元素库 + appOperator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元素库层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elements/kuaigeLoginElements.py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定位名片（在哪、怎么等）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页面操作层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由驱动层读取名片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驱动层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appOperator + Appium(4726)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真正执行（查找/点击/输入）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页面操作层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手机系统 / 被测 App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709160"/>
            <a:ext cx="11274552" cy="1463040"/>
          </a:xfrm>
          <a:prstGeom prst="roundRect">
            <a:avLst>
              <a:gd name="adj" fmla="val 4375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846320"/>
            <a:ext cx="10872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读法：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从上往下是「被谁调用」（用例被 pytest 执行、页面操作被用例调用、元素库被页面操作使用）；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「它调用谁」一列从上往下正好串成一条链：用例 → 页面操作 → 元素库 → 驱动——这就是执行时的调用顺序。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三件套 · 第 1 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元素库：只存『控件在哪、怎么等它』（被页面操作使用）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07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调用链位置：页面操作 使用 → 元素库（它是被使用的一方，自己不调用别人）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406640" cy="4709160"/>
          </a:xfrm>
          <a:prstGeom prst="roundRect">
            <a:avLst>
              <a:gd name="adj" fmla="val 1359"/>
            </a:avLst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elements/kuaigeLoginElements.py（真实文件 · 逐行中文注释）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7040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KuaigeLoginElements: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译：定义一个「元素清单」类——登录页要用的控件都在这里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def __init__(self):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译：创建清单时自动执行；往下就是在做一张张元素名片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self.btn_phone_login = CreateElement.create(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译：做一张名片，名字叫 btn_phone_login（手机登录按钮）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Locator_Type.ID,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译：查找方式 = 用控件的 id 找（最稳定的方式）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'com.recordlife.kuaige:id/btnPhone',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译：id 的具体值——在手机界面上是唯一的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wait_type=Wait_By.VISIBILITY_OF)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译：等待方式 = 等它显示出来才操作（最多等 30 秒）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self.et_phone = CreateElement.create(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译：再做一张名片：手机号输入框（同样用 id 定位）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Locator_Type.ID, 'com.recordlife.kuaige:id/etPhone',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wait_type=Wait_By.VISIBILITY_OF)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self.agree_protocol = CreateElement.create(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译：第三张名片：同意协议的勾选框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Locator_Type.ID, 'com.recordlife.kuaige:id/ivCheck',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wait_type=Wait_By.VISIBILITY_OF)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691640"/>
            <a:ext cx="3639312" cy="4709160"/>
          </a:xfrm>
          <a:prstGeom prst="roundRect">
            <a:avLst>
              <a:gd name="adj" fmla="val 175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47888" y="1828800"/>
            <a:ext cx="3328416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这一层的要点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每行 = 一张名片：只有定位方式和等待规则，没有任何点击/输入动作。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名片不会自己动：它只是被页面操作拿来用。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改版换控件？只改这里的 id 值，页面操作和用例一行都不用动。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三件套 · 第 2 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页面操作：动作封装（被用例调用，去使用元素库）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07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调用链位置：用例 调用 → 页面操作；页面操作 使用 → 元素库。它在元素前面：先被调用，再去拿名片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406640" cy="4709160"/>
          </a:xfrm>
          <a:prstGeom prst="roundRect">
            <a:avLst>
              <a:gd name="adj" fmla="val 1359"/>
            </a:avLst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pages/demoToolLoginPage.py（真实文件 · 逐行中文注释）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7040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DemoToolLoginPage: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译：定义「登录页动作手册」类——页面能做的每个动作一个方法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def __init__(self, appOperator):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译：初始化：外面把 appOperator（框架的手）递进来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self.appOperator = appOperator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译：记在自己身上：以后所有动作都靠它执行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self._elements = KuaigeLoginElements()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译：把元素清单挂上：动作要知道该点哪个控件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def click_btn_phone_login(self):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译：定义动作【点击手机号登录入口】——被用例调用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self.appOperator.click(self._elements.btn_phone_login)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译：让操作器按元素清单里的名片，去真正点击那个控件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def input_et_phone(self, text):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译：定义动作【输入手机号】，text 就是外面传进来的号码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self.appOperator.sendText(self._elements.et_phone, text)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译：让操作器往手机号输入框里填入 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691640"/>
            <a:ext cx="3639312" cy="4709160"/>
          </a:xfrm>
          <a:prstGeom prst="roundRect">
            <a:avLst>
              <a:gd name="adj" fmla="val 1759"/>
            </a:avLst>
          </a:prstGeom>
          <a:solidFill>
            <a:srgbClr val="F0FDF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1828800"/>
            <a:ext cx="3328416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这一层是谁？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被谁调用：用例文件里的 page.click_btn_phone_login()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它调用谁：拿元素库的名片（self._elements.xxx），把名片递给 appOperator 执行。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为什么在元素前面：调用顺序里它先被用例调用，然后它再去使用元素库。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三件套 · 第 3 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用例：步骤剧本（pytest 从这里进入，调用页面操作）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07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调用链位置：pytest 执行 → 用例；用例 调用 → 页面操作。它是整条链的入口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406640" cy="4709160"/>
          </a:xfrm>
          <a:prstGeom prst="roundRect">
            <a:avLst>
              <a:gd name="adj" fmla="val 1359"/>
            </a:avLst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cases/.../test_login.py（真实文件 · 逐行中文注释 · 有删节）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7040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setup_class(self):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译：开场——每个用例类开始前，pytest 自动执行一次（总装配）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self.demoProjectClient = APP_UI_Android_demoProject_Client(...)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译：创建客户端：连上 Appium(4726)，把快歌 App 拉起来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self.appOperator = self.demoProjectClient.appOperator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译：从客户端里取出"手"（驱动操作器）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self.page = DemoToolLoginPage(self.appOperator)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译：★ 把"手"交给页面操作——三件套在这里串成一条链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test_phone_login_flow(self):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译：剧本正文。pytest 只执行 test_ 开头的方法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page = self.page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译：拿个短名字，后面写起来简洁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page.click_btn_phone_login()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译：调用页面的动作：点手机号登录（页面方法再去用元素库）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page.input_et_phone('10000000000')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译：调用页面的动作：往手机号框输入这串号码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page.assert_login_success()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译：断言：检查真的登录成功了，截图存进测试报告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691640"/>
            <a:ext cx="3639312" cy="4709160"/>
          </a:xfrm>
          <a:prstGeom prst="roundRect">
            <a:avLst>
              <a:gd name="adj" fmla="val 175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47888" y="1828800"/>
            <a:ext cx="3328416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这一层是谁？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被谁执行：pytest（测试执行器）。所以调用链的入口永远是用例。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它调用谁：只调用页面操作的方法，一行一步。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里面看不到任何定位信息——控件在哪是元素库的事，怎么点是页面操作的事。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完整链路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一次点击：每一步都标明『谁在调用谁』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1274552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 步 · 用例发起 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调用方：用例  被调方：页面操作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page.click_btn_phone_login()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test_login.py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66544"/>
            <a:ext cx="11274552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2140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 步 · 页面方法响应 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调用方：页面操作  被调方：元素库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self.appOperator.click(self._elements.btn_phone_login)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demoToolLoginPage.py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1274552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 步 · 取元素名片 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调用方：页面操作  被调方：元素库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名片内容：id=…btnPhone · 等可见 · 最多 30s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kuaigeLoginElements.py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11274552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3075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4 步 · 驱动查找 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调用方：appOperator  被调方：Appium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WebDriverWait(30s) 等元素可见，返回控件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appOperator.getElement()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11274552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354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5 步 · 驱动点击 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调用方：appOperator  被调方：手机控件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webElement.click()（失效自动重找一次）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appOperator.click()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285232"/>
            <a:ext cx="11274552" cy="694944"/>
          </a:xfrm>
          <a:prstGeom prst="roundRect">
            <a:avLst>
              <a:gd name="adj" fmla="val 7895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340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6 步 · 手机执行 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被测 App 里控件被真实点击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Appium(4726) → uiautomator2 → 快歌 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设备端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1996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读法：每一行左边是『调用方』，跟着的是『被调方』——调用方向永远从上往下（用例 → 页面 → 元素 → 驱动）。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汇聚点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三件套在哪个文件一起被调用？两个地方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687568" cy="19202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26464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合体地：页面操作文件 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pages/demoToolLoginPage.py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页面操作 import 元素库，方法里写 self._elements.xxx——元素与操作在这里绑定。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在此汇合：元素库 + appOperator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7648" y="1298448"/>
            <a:ext cx="5687568" cy="19202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528816" y="1426464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总装配：用例文件 setup_class 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cases/.../test_login.py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创建客户端 → 取出 appOperator → new 页面操作。三者自此串成一条链。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在此汇合：页面操作 + 驱动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56432"/>
            <a:ext cx="11274552" cy="2926080"/>
          </a:xfrm>
          <a:prstGeom prst="roundRect">
            <a:avLst>
              <a:gd name="adj" fmla="val 2500"/>
            </a:avLst>
          </a:prstGeom>
          <a:solidFill>
            <a:srgbClr val="11182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02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装配代码原样（test_login.py 的 setup_class）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108173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setup_class(self):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self.demoProjectClient = APP_UI_Android_demoProject_Client(...)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译：第一步，创建客户端——连 Appium、拉起快歌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self.appOperator = self.demoProjectClient.appOperator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译：第二步，取出驱动操作器（手）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self.page = DemoToolLoginPage(self.appOperator)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 译：第三步，把手交给页面操作——三件套装配完成，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之后用例里每一次 page.click_xxx() 都是三件套合体调用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端到端流程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执行管线：从 ./run.sh app 到 allure 报告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44168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31673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./run.sh app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 JDK8 / venv / ANDROID_HOME，检查设备依赖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0" cy="25603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3911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0116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读设备 conf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capabilities：udid / 包名 / Activity / noReset / 端口 4726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450592"/>
            <a:ext cx="0" cy="25603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34056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70662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初始化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pytest.ini · java jar · http_server(8000) · mitmproxy(8080 抓包)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145536"/>
            <a:ext cx="0" cy="25603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29000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40156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按设备起进程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每台设备一个独立 pytest 进程（并行互不干扰）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" y="3840480"/>
            <a:ext cx="0" cy="25603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23944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09651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pytest 收集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test_*.py 按文件名字母序执行 —— 文件名决定顺序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4535424"/>
            <a:ext cx="0" cy="25603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818888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4128" y="479145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逐条用例执行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自动录屏 → setup_class → 测试方法（四层旅行）→ teardown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" y="5230368"/>
            <a:ext cx="0" cy="25603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51383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513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54864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生成报告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allure 静态报告（:3001），失败含视频+截图+原因+录屏日志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818120" y="1298448"/>
            <a:ext cx="3913632" cy="1481328"/>
          </a:xfrm>
          <a:prstGeom prst="roundRect">
            <a:avLst>
              <a:gd name="adj" fmla="val 4321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7973568" y="1389888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顺序规则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test_1_xxx 排在 test_login 之前——星光值用例靠它抢在登录用例（会清数据）前执行。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818120" y="2926080"/>
            <a:ext cx="3913632" cy="1481328"/>
          </a:xfrm>
          <a:prstGeom prst="roundRect">
            <a:avLst>
              <a:gd name="adj" fmla="val 4321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7973568" y="301752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并行隔离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每台设备独立进程 + 独立端口，conf 里用 || 分隔多台设备。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818120" y="4553712"/>
            <a:ext cx="3913632" cy="1481328"/>
          </a:xfrm>
          <a:prstGeom prst="roundRect">
            <a:avLst>
              <a:gd name="adj" fmla="val 4321"/>
            </a:avLst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7973568" y="464515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干净报告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每次执行前清空 report_data；--reruns N 失败自动重跑。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用例生命周期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一条用例从开始到结束发生了什么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31673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录屏开始  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conftest.py 自动录屏：screenrecord 原生录屏，没有则 screencap 抽帧兜底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1847088"/>
            <a:ext cx="0" cy="4023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0428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24942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会话建立  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客户端单例：删旧会话 → 创建 Appium 会话（App 自动拉起）→ appOperator 交给页面操作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79776"/>
            <a:ext cx="0" cy="4023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3697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18211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步骤执行  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一行一步走四层旅行；每次查找带显式等待；断言成功立即截图挂入报告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3712464"/>
            <a:ext cx="0" cy="4023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69664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失败取证  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记录时刻 T：失败截图 + [T-5s,T+5s] 证据视频 + failure_reason + recording_log 四件套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0" cy="4023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10235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504748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收尾清场  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teardown：reset_app 清数据恢复初始状态；用例通过则清理临时录屏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92440" y="1298448"/>
            <a:ext cx="3639312" cy="3657600"/>
          </a:xfrm>
          <a:prstGeom prst="roundRect">
            <a:avLst>
              <a:gd name="adj" fmla="val 2010"/>
            </a:avLst>
          </a:prstGeom>
          <a:solidFill>
            <a:srgbClr val="111827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1444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3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失败证据四件套（自动挂 allure）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75320" y="18470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failure_video.mp4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失败前后各 5s 现场视频，报告内直接播放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5320" y="259689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failure_screenshot.png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失败瞬间截图（最先抓取，最及时）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75320" y="334670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failure_reason.txt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失败原因与堆栈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75320" y="409651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recording_log.txt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录屏日志（起止/抽帧索引/裁剪参数）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971032"/>
            <a:ext cx="10908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原则：失败必留现场，成功不打扰报告；录屏/证据任何异常只记日志，绝不覆盖用例真实结果。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方法全景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appOperator：框架提供的『手』，100+ 个现成方法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566160" cy="1426464"/>
          </a:xfrm>
          <a:prstGeom prst="roundRect">
            <a:avLst>
              <a:gd name="adj" fmla="val 4487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389888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元素操作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20+ 个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click · sendText · getText · is_displayed · get_attribute · scroll_to_show · select_dropDownBox_by_value/text/index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298448"/>
            <a:ext cx="3566160" cy="1426464"/>
          </a:xfrm>
          <a:prstGeom prst="roundRect">
            <a:avLst>
              <a:gd name="adj" fmla="val 4487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325112" y="1389888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触屏手势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15+ 个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tap(x,y) · touch_slide · touch_up/down/left/right_slide · touch_long_press · multi_touch_actions_perform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3566160" cy="1426464"/>
          </a:xfrm>
          <a:prstGeom prst="roundRect">
            <a:avLst>
              <a:gd name="adj" fmla="val 4487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62656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键盘与系统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10+ 个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press_keycode · hide_keyboard · is_keyboard_shown · toggle_wifi/data/airplane · lock_screen/unlock_screen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2871216"/>
            <a:ext cx="3566160" cy="1426464"/>
          </a:xfrm>
          <a:prstGeom prst="roundRect">
            <a:avLst>
              <a:gd name="adj" fmla="val 4487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2962656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应用管理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10+ 个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start_activity · activate_app · terminate_app · reset_app(清数据) · install_app · remove_app · get_app_state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43984"/>
            <a:ext cx="3566160" cy="1426464"/>
          </a:xfrm>
          <a:prstGeom prst="roundRect">
            <a:avLst>
              <a:gd name="adj" fmla="val 4487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4535424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数据获取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10+ 个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get_screenshot · get_page_source · get_performance_date(性能) · get/set_clipboard · geolocation · get_captcha(验证码)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60520" y="4443984"/>
            <a:ext cx="3566160" cy="1426464"/>
          </a:xfrm>
          <a:prstGeom prst="roundRect">
            <a:avLst>
              <a:gd name="adj" fmla="val 4487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325112" y="4535424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断言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个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assert_true_with_shot（成败都截图入报告）· is_toast_visible（toast 文案断言）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92440" y="1298448"/>
            <a:ext cx="3639312" cy="4572000"/>
          </a:xfrm>
          <a:prstGeom prst="roundRect">
            <a:avLst>
              <a:gd name="adj" fmla="val 2010"/>
            </a:avLst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444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3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显式等待体系（每次查找必等待）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1874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VISIBILITY_OF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可见才操作（默认，最常用）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75320" y="25877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PRESENCE_OF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存在即可（可能在屏幕外/加载慢）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330098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ELEMENT_TO_BE_CLICKABLE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可点击（适合按钮）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40142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ELEMENT_LOCATED_TO_BE_SELECTED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被选中状态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75320" y="47274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TITLE_IS / TITLE_CONTAINS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页面标题断言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7532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默认等待 30 秒；超时只报一句人话，不吐堆栈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108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页面操作的方法 = 组合这些现成方法 + 元素名片。写新页面操作时先查这里，九成动作不用自己造。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稳定与证据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断言怎么做、报告里有什么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89888"/>
            <a:ext cx="10881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断言：检查结果对不对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assert_true_with_shot：判断 + 截图一体，成败都截图入报告；is_toast_visible：专门抓一闪而过的 toast 文案；断言失败 = 用例失败，自动进入失败取证流程。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560320"/>
            <a:ext cx="10881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等待：不怕页面慢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每次查找元素都带显式等待（默认 30 秒），页面加载慢时框架自动等；超时报错只说一句人话『等待元素超时(30s)：xxx 元素未找到』。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639312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730752"/>
            <a:ext cx="10881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日志：步骤可回放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appOperator 每个动作写步骤日志：▶ 步骤N · 动作 + 定位/输入内容 + 成功/失败 + 耗时——allure 报告里按步骤时间线回放。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809744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901184"/>
            <a:ext cx="10881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重跑：偶发失败不误报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--reruns N 失败自动重跑；每次失败各自生成一套证据，最终结果以最后一次为准。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功能全景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除了三件套，框架还自带这些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24912" cy="1060704"/>
          </a:xfrm>
          <a:prstGeom prst="roundRect">
            <a:avLst>
              <a:gd name="adj" fmla="val 6034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7160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多设备并行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按设备数起进程，conf 用 || 分隔多台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28416" y="1280160"/>
            <a:ext cx="2724912" cy="1060704"/>
          </a:xfrm>
          <a:prstGeom prst="roundRect">
            <a:avLst>
              <a:gd name="adj" fmla="val 6034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37160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失败证据四件套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视频+截图+原因+录屏日志自动挂报告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280160"/>
            <a:ext cx="2724912" cy="1060704"/>
          </a:xfrm>
          <a:prstGeom prst="roundRect">
            <a:avLst>
              <a:gd name="adj" fmla="val 603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137160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mitmproxy 抓包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跑用例自动启停（8080），APP 请求可回放分析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70848" y="1280160"/>
            <a:ext cx="2724912" cy="1060704"/>
          </a:xfrm>
          <a:prstGeom prst="roundRect">
            <a:avLst>
              <a:gd name="adj" fmla="val 6034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9217152" y="137160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验证码识别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JPype + tess4j，get_captcha 直接出结果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2724912" cy="1060704"/>
          </a:xfrm>
          <a:prstGeom prst="roundRect">
            <a:avLst>
              <a:gd name="adj" fmla="val 6034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56032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测试平台 :8080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 / 报告 / 管理后台 / 代码审查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28416" y="2468880"/>
            <a:ext cx="2724912" cy="1060704"/>
          </a:xfrm>
          <a:prstGeom prst="roundRect">
            <a:avLst>
              <a:gd name="adj" fmla="val 6034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56032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元素定位器 :8001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点截图采集元素，写元素库并追加用例调用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2468880"/>
            <a:ext cx="2724912" cy="1060704"/>
          </a:xfrm>
          <a:prstGeom prst="roundRect">
            <a:avLst>
              <a:gd name="adj" fmla="val 6034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256032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/ Web / 性能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requests 用例 / Selenium Grid / locust 压测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70848" y="2468880"/>
            <a:ext cx="2724912" cy="1060704"/>
          </a:xfrm>
          <a:prstGeom prst="roundRect">
            <a:avLst>
              <a:gd name="adj" fmla="val 6034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256032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失败重跑与报告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--reruns 自动重跑；allure 报告 + 步骤日志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11274552" cy="2514600"/>
          </a:xfrm>
          <a:prstGeom prst="roundRect">
            <a:avLst>
              <a:gd name="adj" fmla="val 2909"/>
            </a:avLst>
          </a:prstGeom>
          <a:solidFill>
            <a:srgbClr val="0F1B2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三句话带走整个框架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1248" y="457200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98448" y="451713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三件套单向依赖：用例调页面方法，页面方法用元素名片。改定位只改元素库一行，页面与用例零改动。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" y="5138928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138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50840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操作方法是唯一一份的封装：同名方法 upsert 覆盖、绝不重复生成；任何用例反复调用同一段代码。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1248" y="5705856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98448" y="56509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文件名决定执行顺序，元素名片自带 30s 显式等待——所以用例只管写步骤，稳定性和报告框架全包了。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回顾：把整条链再走一遍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6035040" cy="786384"/>
          </a:xfrm>
          <a:prstGeom prst="roundRect">
            <a:avLst>
              <a:gd name="adj" fmla="val 8140"/>
            </a:avLst>
          </a:prstGeom>
          <a:solidFill>
            <a:srgbClr val="16283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85623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pytest 执行用例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test_login.py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CA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入口：只执行 test_ 开头的方法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2569464"/>
            <a:ext cx="0" cy="18288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22960" y="2752344"/>
            <a:ext cx="6035040" cy="786384"/>
          </a:xfrm>
          <a:prstGeom prst="roundRect">
            <a:avLst>
              <a:gd name="adj" fmla="val 8140"/>
            </a:avLst>
          </a:prstGeom>
          <a:solidFill>
            <a:srgbClr val="16283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82549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用例调用页面操作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page.click_btn_phone_login()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CA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一行一步，全是方法调用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3538728"/>
            <a:ext cx="0" cy="18288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3721608"/>
            <a:ext cx="6035040" cy="786384"/>
          </a:xfrm>
          <a:prstGeom prst="roundRect">
            <a:avLst>
              <a:gd name="adj" fmla="val 8140"/>
            </a:avLst>
          </a:prstGeom>
          <a:solidFill>
            <a:srgbClr val="16283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79476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页面操作使用元素库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self._elements.btn_phone_login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CA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拿名片：id + 等待方式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4507992"/>
            <a:ext cx="0" cy="18288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4690872"/>
            <a:ext cx="6035040" cy="786384"/>
          </a:xfrm>
          <a:prstGeom prst="roundRect">
            <a:avLst>
              <a:gd name="adj" fmla="val 8140"/>
            </a:avLst>
          </a:prstGeom>
          <a:solidFill>
            <a:srgbClr val="16283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76402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驱动层真正执行 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appOperator → Appium → 手机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CA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等可见 → 点击 → 写报告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78308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16283E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答疑速查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2331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调用有顺序吗？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C4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有，铁律：用例→页面操作→元素→驱动，方向不变。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录入顺序为什么是元素在前？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C4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定位器要先有元素名片，才能生成操作；只影响代码写在哪，不影响运行。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操作会重复生成吗？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C4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不会。同名方法 upsert 覆盖，永远只有一份，被所有用例复用。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AutomationTest · 团队培训 · 谢谢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AutomationTest 框架全解（详细版）</dc:title>
  <dc:subject>PptxGenJS Presentation</dc:subject>
  <dc:creator>AutomationTest</dc:creator>
  <cp:lastModifiedBy>AutomationTest</cp:lastModifiedBy>
  <cp:revision>1</cp:revision>
  <dcterms:created xsi:type="dcterms:W3CDTF">2026-09-12T09:10:19Z</dcterms:created>
  <dcterms:modified xsi:type="dcterms:W3CDTF">2026-09-12T09:10:19Z</dcterms:modified>
</cp:coreProperties>
</file>